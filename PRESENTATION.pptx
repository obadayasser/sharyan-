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============================================================
SLIDE 1 - TITLE
============================================================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============================================================
SLIDE 2 - TABLE OF CONTENTS
============================================================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============================================================
SLIDE 3 - PROJECT CONCEPT
============================================================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============================================================
SLIDE 4 - BENEFITS
============================================================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============================================================
SLIDE 5 - SYSTEM ARCHITECTURE
============================================================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============================================================
SLIDE 6 - MOBILE TECHNOLOGIES
============================================================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============================================================
SLIDE 7 - BACKEND TECHNOLOGIES
============================================================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============================================================
SLIDE 8 - USER TYPES
============================================================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============================================================
SLIDE 9 - APP SCREENS: REGISTRATION
============================================================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============================================================
SLIDE 10 - APP SCREENS: HOME &amp; CORE
============================================================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============================================================
SLIDE 11 - APP SCREENS: SEARCH, CAMPAIGNS, SETTINGS
============================================================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============================================================
SLIDE 12 - FLOWCHART
============================================================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============================================================
SLIDE 13 - DATABASE SCHEMA
============================================================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============================================================
SLIDE 14 - API ARCHITECTURE
============================================================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============================================================
SLIDE 15 - REAL-TIME &amp; NOTIFICATIONS
============================================================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============================================================
SLIDE 16 - CONCLUSION
============================================================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![Sharyan Logo](https://img.icons8.com/color/96/blood-donation.png)</dc:title>
  <dc:subject>PptxGenJS Presentation</dc:subject>
  <dc:creator>Created by Marp</dc:creator>
  <cp:lastModifiedBy>Created by Marp</cp:lastModifiedBy>
  <cp:revision>1</cp:revision>
  <dcterms:created xsi:type="dcterms:W3CDTF">2026-03-06T21:31:09Z</dcterms:created>
  <dcterms:modified xsi:type="dcterms:W3CDTF">2026-03-06T21:31:09Z</dcterms:modified>
</cp:coreProperties>
</file>